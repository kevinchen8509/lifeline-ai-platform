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这里可以强调市场痛点的严重性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重点讲解技术链路的完整性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数字人汇报系统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技术方案与产品规划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传统PPT汇报需要人工演讲，效率低、一致性差</a:t>
            </a:r>
          </a:p>
          <a:p>
            <a:r>
              <a:t>AI数字人技术已趋于成熟，语音合成自然度大幅提升</a:t>
            </a:r>
          </a:p>
          <a:p>
            <a:r>
              <a:t>市场需求：企业培训、产品介绍、 investor pitch 等场景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核心技术方案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文档理解：多模态LLM解析PPT内容</a:t>
            </a:r>
          </a:p>
          <a:p>
            <a:pPr/>
            <a:r>
              <a:t>演讲生成：GPT-4o生成自然口语化演讲稿</a:t>
            </a:r>
          </a:p>
          <a:p>
            <a:pPr/>
            <a:r>
              <a:t>语音合成：Edge TTS / CosyVoice 高质量中文TTS</a:t>
            </a:r>
          </a:p>
          <a:p>
            <a:pPr/>
            <a:r>
              <a:t>数字人驱动：SadTalker / MuseTalk 面部动画生成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7×24 自动汇报，无需人工参与</a:t>
            </a:r>
          </a:p>
          <a:p>
            <a:r>
              <a:t>一次制作，多场景复用（汇报/培训/营销）</a:t>
            </a:r>
          </a:p>
          <a:p>
            <a:r>
              <a:t>支持自定义形象与音色</a:t>
            </a:r>
          </a:p>
          <a:p>
            <a:r>
              <a:t>成本仅为真人录制的 1/10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PPT解析 + 演讲稿生成 + TTS合成（MVP）</a:t>
            </a:r>
          </a:p>
          <a:p>
            <a:r>
              <a:t>Phase 2: 多模态理解 + 情感化TTS + 口型同步</a:t>
            </a:r>
          </a:p>
          <a:p>
            <a:r>
              <a:t>Phase 3: 实时交互问答 + 多语言支持</a:t>
            </a:r>
          </a:p>
          <a:p>
            <a:r>
              <a:t>Phase 4: 3D数字人 + 企业定制化部署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